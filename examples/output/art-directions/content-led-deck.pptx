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1C1E"/>
                </a:solidFill>
                <a:latin typeface="Pretendard"/>
              </a:rPr>
              <a:t>덱 스킬 / 디자인 작업 노트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0" b="1">
                <a:solidFill>
                  <a:srgbClr val="1C1C1E"/>
                </a:solidFill>
                <a:latin typeface="Pretendard"/>
              </a:rPr>
              <a:t>같은 틀에 넣으면</a:t>
            </a:r>
          </a:p>
          <a:p>
            <a:pPr algn="l">
              <a:lnSpc>
                <a:spcPct val="115000"/>
              </a:lnSpc>
            </a:pPr>
            <a:r>
              <a:rPr sz="5500" b="1">
                <a:solidFill>
                  <a:srgbClr val="1C1C1E"/>
                </a:solidFill>
                <a:latin typeface="Pretendard"/>
              </a:rPr>
              <a:t>다른 내용도 같아 보인다.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6766560" cy="41148"/>
          </a:xfrm>
          <a:prstGeom prst="rect">
            <a:avLst/>
          </a:prstGeom>
          <a:solidFill>
            <a:srgbClr val="B83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4572000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0">
                <a:solidFill>
                  <a:srgbClr val="B83222"/>
                </a:solidFill>
                <a:latin typeface="Pretendard"/>
              </a:rPr>
              <a:t>정렬은 유지한다.</a:t>
            </a:r>
          </a:p>
          <a:p>
            <a:pPr algn="l">
              <a:lnSpc>
                <a:spcPct val="115000"/>
              </a:lnSpc>
            </a:pPr>
            <a:r>
              <a:rPr sz="2300" b="0">
                <a:solidFill>
                  <a:srgbClr val="B83222"/>
                </a:solidFill>
                <a:latin typeface="Pretendard"/>
              </a:rPr>
              <a:t>표현은 내용에서 찾는다.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0936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C1C1E"/>
                </a:solidFill>
                <a:latin typeface="Pretendard"/>
              </a:rPr>
              <a:t>고정 컨셉에서 내용 기반 구성으로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1078992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1C1C1E"/>
                </a:solidFill>
                <a:latin typeface="Pretendard"/>
              </a:rPr>
              <a:t>색을 바꿔도,</a:t>
            </a:r>
          </a:p>
          <a:p>
            <a:pPr algn="l">
              <a:lnSpc>
                <a:spcPct val="115000"/>
              </a:lnSpc>
            </a:pPr>
            <a:r>
              <a:rPr sz="3800" b="1">
                <a:solidFill>
                  <a:srgbClr val="1C1C1E"/>
                </a:solidFill>
                <a:latin typeface="Pretendard"/>
              </a:rPr>
              <a:t>내용의 관계는 바뀌지 않는다.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7432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73"/>
                </a:solidFill>
                <a:latin typeface="Pretendard"/>
              </a:rPr>
              <a:t>입력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9184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C1C1E"/>
                </a:solidFill>
                <a:latin typeface="Pretendard"/>
              </a:rPr>
              <a:t>절차 / 비교 / 실물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2560320"/>
            <a:ext cx="32004" cy="2423160"/>
          </a:xfrm>
          <a:prstGeom prst="rect">
            <a:avLst/>
          </a:prstGeom>
          <a:solidFill>
            <a:srgbClr val="B83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2743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73"/>
                </a:solidFill>
                <a:latin typeface="Pretendard"/>
              </a:rPr>
              <a:t>표현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329184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B83222"/>
                </a:solidFill>
                <a:latin typeface="Pretendard"/>
              </a:rPr>
              <a:t>흐름 / 대조 /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48640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1C1C1E"/>
                </a:solidFill>
                <a:latin typeface="Pretendard"/>
              </a:rPr>
              <a:t>절차는 흐름으로, 비교는 대조로, 실물은 화면으로 보여준다.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28232"/>
            <a:ext cx="1060704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C1C1E"/>
                </a:solidFill>
                <a:latin typeface="Pretendard"/>
              </a:rPr>
              <a:t>구성 제안: 덱 스킬 내용 기반 디자인 연구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C1C1E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C1C1E"/>
                </a:solidFill>
                <a:latin typeface="Pretendard"/>
              </a:rPr>
              <a:t>20장의 대표 슬라이드, 네 가지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6E6E73"/>
                </a:solidFill>
                <a:latin typeface="Pretendard"/>
              </a:rPr>
              <a:t>각 형태를 편집상 역할로 묶은 목록이다. 성과 수치가 아니다.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2316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C1C1E"/>
                </a:solidFill>
                <a:latin typeface="Pretendard"/>
              </a:rPr>
              <a:t>도입·주장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441448"/>
            <a:ext cx="2926080" cy="292608"/>
          </a:xfrm>
          <a:prstGeom prst="rect">
            <a:avLst/>
          </a:prstGeom>
          <a:solidFill>
            <a:srgbClr val="B83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2423160"/>
            <a:ext cx="9144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1C1E"/>
                </a:solidFill>
                <a:latin typeface="Pretendard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36391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C1C1E"/>
                </a:solidFill>
                <a:latin typeface="Pretendard"/>
              </a:rPr>
              <a:t>구조·설명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154679"/>
            <a:ext cx="3657600" cy="292608"/>
          </a:xfrm>
          <a:prstGeom prst="rect">
            <a:avLst/>
          </a:prstGeom>
          <a:solidFill>
            <a:srgbClr val="B83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3136391"/>
            <a:ext cx="9144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1C1E"/>
                </a:solidFill>
                <a:latin typeface="Pretendard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49624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C1C1E"/>
                </a:solidFill>
                <a:latin typeface="Pretendard"/>
              </a:rPr>
              <a:t>흐름·데이터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3867911"/>
            <a:ext cx="5120640" cy="292608"/>
          </a:xfrm>
          <a:prstGeom prst="rect">
            <a:avLst/>
          </a:prstGeom>
          <a:solidFill>
            <a:srgbClr val="B83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3849624"/>
            <a:ext cx="9144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1C1E"/>
                </a:solidFill>
                <a:latin typeface="Pretendard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62856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C1C1E"/>
                </a:solidFill>
                <a:latin typeface="Pretendard"/>
              </a:rPr>
              <a:t>증빙·판단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4581144"/>
            <a:ext cx="2926080" cy="292608"/>
          </a:xfrm>
          <a:prstGeom prst="rect">
            <a:avLst/>
          </a:prstGeom>
          <a:solidFill>
            <a:srgbClr val="B83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4562856"/>
            <a:ext cx="9144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1C1E"/>
                </a:solidFill>
                <a:latin typeface="Pretendar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989320"/>
            <a:ext cx="10698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C1C1E"/>
                </a:solidFill>
                <a:latin typeface="Pretendard"/>
              </a:rPr>
              <a:t>단위: 슬라이드 수 / 합계 20장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28232"/>
            <a:ext cx="1060704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C1C1E"/>
                </a:solidFill>
                <a:latin typeface="Pretendard"/>
              </a:rPr>
              <a:t>출처: examples/build_catalog.py · PAGE_TYPES / 편집상 분류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C1C1E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1C1E"/>
                </a:solidFill>
                <a:latin typeface="Pretendard"/>
              </a:rPr>
              <a:t>나란히 놓기 전에,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1C1E"/>
                </a:solidFill>
                <a:latin typeface="Pretendard"/>
              </a:rPr>
              <a:t>관계를 먼저 본다.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743200"/>
            <a:ext cx="3657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300" b="1">
                <a:solidFill>
                  <a:srgbClr val="B83222"/>
                </a:solidFill>
                <a:latin typeface="Pretendard"/>
              </a:rPr>
              <a:t>flow()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148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>
                <a:solidFill>
                  <a:srgbClr val="1C1C1E"/>
                </a:solidFill>
                <a:latin typeface="Pretendard"/>
              </a:rPr>
              <a:t>발견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343400"/>
            <a:ext cx="1463040" cy="22860"/>
          </a:xfrm>
          <a:prstGeom prst="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41148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>
                <a:solidFill>
                  <a:srgbClr val="1C1C1E"/>
                </a:solidFill>
                <a:latin typeface="Pretendard"/>
              </a:rPr>
              <a:t>선택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4343400"/>
            <a:ext cx="1463040" cy="22860"/>
          </a:xfrm>
          <a:prstGeom prst="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41148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>
                <a:solidFill>
                  <a:srgbClr val="1C1C1E"/>
                </a:solidFill>
                <a:latin typeface="Pretendard"/>
              </a:rPr>
              <a:t>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62356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C1C1E"/>
                </a:solidFill>
                <a:latin typeface="Pretendard"/>
              </a:rPr>
              <a:t>이름을 나열한 카드가 아니라, 단계 사이의 이동을 보여준다.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28232"/>
            <a:ext cx="1060704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C1C1E"/>
                </a:solidFill>
                <a:latin typeface="Pretendard"/>
              </a:rPr>
              <a:t>구성 제안: 덱 스킬 내용 기반 디자인 연구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C1C1E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31520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1C1E"/>
                </a:solidFill>
                <a:latin typeface="Pretendard"/>
              </a:rPr>
              <a:t>모든 장에 같은 헤더가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1C1E"/>
                </a:solidFill>
                <a:latin typeface="Pretendard"/>
              </a:rPr>
              <a:t>필요한 것은 아니다.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1089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B83222"/>
                </a:solidFill>
                <a:latin typeface="Pretendard"/>
              </a:rPr>
              <a:t>표지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310896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C1C1E"/>
                </a:solidFill>
                <a:latin typeface="Pretendard"/>
              </a:rPr>
              <a:t>한 문장을 크게 남긴다.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023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B83222"/>
                </a:solidFill>
                <a:latin typeface="Pretendard"/>
              </a:rPr>
              <a:t>근거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4023360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C1C1E"/>
                </a:solidFill>
                <a:latin typeface="Pretendard"/>
              </a:rPr>
              <a:t>라벨·단위·출처를 빠짐없이 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9377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B83222"/>
                </a:solidFill>
                <a:latin typeface="Pretendard"/>
              </a:rPr>
              <a:t>설명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493776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C1C1E"/>
                </a:solidFill>
                <a:latin typeface="Pretendard"/>
              </a:rPr>
              <a:t>관계에 맞는 구성을 만든다.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28232"/>
            <a:ext cx="1060704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C1C1E"/>
                </a:solidFill>
                <a:latin typeface="Pretendard"/>
              </a:rPr>
              <a:t>구성 제안: 덱 스킬 내용 기반 디자인 연구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C1C1E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05840"/>
            <a:ext cx="107899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1C1C1E"/>
                </a:solidFill>
                <a:latin typeface="Pretendard"/>
              </a:rPr>
              <a:t>표현은 달라도,</a:t>
            </a:r>
          </a:p>
          <a:p>
            <a:pPr algn="l">
              <a:lnSpc>
                <a:spcPct val="115000"/>
              </a:lnSpc>
            </a:pPr>
            <a:r>
              <a:rPr sz="4800" b="1">
                <a:solidFill>
                  <a:srgbClr val="1C1C1E"/>
                </a:solidFill>
                <a:latin typeface="Pretendard"/>
              </a:rPr>
              <a:t>내용은 남아야 한다.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3703320"/>
            <a:ext cx="10789920" cy="32004"/>
          </a:xfrm>
          <a:prstGeom prst="rect">
            <a:avLst/>
          </a:prstGeom>
          <a:solidFill>
            <a:srgbClr val="B83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29768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C1C1E"/>
                </a:solidFill>
                <a:latin typeface="Pretendard"/>
              </a:rPr>
              <a:t>줄이지 않고 배치한다.</a:t>
            </a:r>
          </a:p>
          <a:p>
            <a:pPr algn="l">
              <a:lnSpc>
                <a:spcPct val="115000"/>
              </a:lnSpc>
            </a:pPr>
            <a:r>
              <a:rPr sz="2800" b="0">
                <a:solidFill>
                  <a:srgbClr val="1C1C1E"/>
                </a:solidFill>
                <a:latin typeface="Pretendard"/>
              </a:rPr>
              <a:t>넘치면 나누고, 렌더해서 확인한다.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C1C1E"/>
                </a:solidFill>
                <a:latin typeface="Pretendard"/>
              </a:rPr>
              <a:t>덱 스킬 / 내용 기반 구성 연구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